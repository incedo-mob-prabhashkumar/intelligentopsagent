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IT Support Assistant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Grounded support workflow, tool routing, and data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AI IT Support Assistant is a grounded support workflow for employee issues, ticket requests, knowledge lookup, and service health checks. It combines a Streamlit chat interface, a LangGraph orchestration layer, and a tool layer connected to PostgreSQL and knowledge content.</a:t>
            </a:r>
          </a:p>
          <a:p>
            <a:pPr>
              <a:defRPr sz="1800"/>
            </a:pPr>
            <a:r>
              <a:t>Natural-language understanding for help requests and issue triage.</a:t>
            </a:r>
          </a:p>
          <a:p>
            <a:pPr>
              <a:defRPr sz="1800"/>
            </a:pPr>
            <a:r>
              <a:t>Deterministic validation for ticket IDs, employee IDs, and pending confirmations.</a:t>
            </a:r>
          </a:p>
          <a:p>
            <a:pPr>
              <a:defRPr sz="1800"/>
            </a:pPr>
            <a:r>
              <a:t>Semantic routing using sentence-transformer similarity before heuristic fallback.</a:t>
            </a:r>
          </a:p>
          <a:p>
            <a:pPr>
              <a:defRPr sz="1800"/>
            </a:pPr>
            <a:r>
              <a:t>Structured responses with tool output rendered in a user-friendly format.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UI: Streamlit app in app.py</a:t>
            </a:r>
          </a:p>
          <a:p>
            <a:pPr>
              <a:defRPr sz="1800"/>
            </a:pPr>
            <a:r>
              <a:t>Service: ITSupportAgent in src/service.py</a:t>
            </a:r>
          </a:p>
          <a:p>
            <a:pPr>
              <a:defRPr sz="1800"/>
            </a:pPr>
            <a:r>
              <a:t>Workflow: LangGraph orchestration in src/agent_graph.py</a:t>
            </a:r>
          </a:p>
          <a:p>
            <a:pPr>
              <a:defRPr sz="1800"/>
            </a:pPr>
            <a:r>
              <a:t>Intent layer: semantic classifier and response logic in src/llm_router.py</a:t>
            </a:r>
          </a:p>
          <a:p>
            <a:pPr>
              <a:defRPr sz="1800"/>
            </a:pPr>
            <a:r>
              <a:t>Tools: employee, ticket, knowledge, and status access in src/tools.py</a:t>
            </a:r>
          </a:p>
          <a:p>
            <a:pPr>
              <a:defRPr sz="1800"/>
            </a:pPr>
            <a:r>
              <a:t>Database: PostgreSQL layer via src/database.py and src/models.py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enters a message in the Streamlit chat UI.</a:t>
            </a:r>
          </a:p>
          <a:p>
            <a:pPr>
              <a:defRPr sz="1800"/>
            </a:pPr>
            <a:r>
              <a:t>The service layer forwards the request and context to the LangGraph workflow.</a:t>
            </a:r>
          </a:p>
          <a:p>
            <a:pPr>
              <a:defRPr sz="1800"/>
            </a:pPr>
            <a:r>
              <a:t>Intent detection chooses between knowledge lookup, employee lookup, ticket actions, or status checks.</a:t>
            </a:r>
          </a:p>
          <a:p>
            <a:pPr>
              <a:defRPr sz="1800"/>
            </a:pPr>
            <a:r>
              <a:t>Validation rules run before write operations to reduce duplicates and invalid updates.</a:t>
            </a:r>
          </a:p>
          <a:p>
            <a:pPr>
              <a:defRPr sz="1800"/>
            </a:pPr>
            <a:r>
              <a:t>Structured outputs are returned to the UI and displayed for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Intent resolution follows a layered strategy: exact deterministic matches first, then semantic sentence-transformer similarity, then keyword-based heuristic fallback, and finally a safe small-talk response.</a:t>
            </a:r>
          </a:p>
          <a:p>
            <a:pPr>
              <a:defRPr sz="1800"/>
            </a:pPr>
            <a:r>
              <a:t>knowledge_search</a:t>
            </a:r>
          </a:p>
          <a:p>
            <a:pPr>
              <a:defRPr sz="1800"/>
            </a:pPr>
            <a:r>
              <a:t>employee_lookup</a:t>
            </a:r>
          </a:p>
          <a:p>
            <a:pPr>
              <a:defRPr sz="1800"/>
            </a:pPr>
            <a:r>
              <a:t>ticket_lookup</a:t>
            </a:r>
          </a:p>
          <a:p>
            <a:pPr>
              <a:defRPr sz="1800"/>
            </a:pPr>
            <a:r>
              <a:t>ticket_create</a:t>
            </a:r>
          </a:p>
          <a:p>
            <a:pPr>
              <a:defRPr sz="1800"/>
            </a:pPr>
            <a:r>
              <a:t>ticket_update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Missing employee IDs and ticket IDs are confirmed before performing write actions.</a:t>
            </a:r>
          </a:p>
          <a:p>
            <a:pPr>
              <a:defRPr sz="1800"/>
            </a:pPr>
            <a:r>
              <a:t>Duplicate ticket checks reduce repeated or redundant reports.</a:t>
            </a:r>
          </a:p>
          <a:p>
            <a:pPr>
              <a:defRPr sz="1800"/>
            </a:pPr>
            <a:r>
              <a:t>Database validation ensures created and updated records align to schema requirements.</a:t>
            </a:r>
          </a:p>
          <a:p>
            <a:pPr>
              <a:defRPr sz="1800"/>
            </a:pPr>
            <a:r>
              <a:t>Grounded responses avoid making up unavailable facts or unsupported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employees: workforce records and identifiers</a:t>
            </a:r>
          </a:p>
          <a:p>
            <a:pPr>
              <a:defRPr sz="1800"/>
            </a:pPr>
            <a:r>
              <a:t>tickets: support cases, priorities, and workflow state</a:t>
            </a:r>
          </a:p>
          <a:p>
            <a:pPr>
              <a:defRPr sz="1800"/>
            </a:pPr>
            <a:r>
              <a:t>knowledge_base: policy and troubleshooting data</a:t>
            </a:r>
          </a:p>
          <a:p>
            <a:pPr>
              <a:defRPr sz="1800"/>
            </a:pPr>
            <a:r>
              <a:t>system_status: service health and operational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16) How The Application Works (Updated)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section summarizes the current runtime behavior with the latest routing and safety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Deterministic validation prevents invalid or duplicate ticket actions.</a:t>
            </a:r>
          </a:p>
          <a:p>
            <a:pPr>
              <a:defRPr sz="1800"/>
            </a:pPr>
            <a:r>
              <a:t>Sentence-transformer routing improves semantic intent detection.</a:t>
            </a:r>
          </a:p>
          <a:p>
            <a:pPr>
              <a:defRPr sz="1800"/>
            </a:pPr>
            <a:r>
              <a:t>Structured tool outputs keep responses grounded and user-friendly.</a:t>
            </a:r>
          </a:p>
          <a:p>
            <a:pPr>
              <a:defRPr sz="1800"/>
            </a:pPr>
            <a:r>
              <a:t>The architecture is extensible for future access, approval, and lifecycle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